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486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89CA5-9883-4EC4-8F7F-294935B1A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D5967F-95B7-45DE-A785-B5A20D724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F4545-6D4D-44D0-BBE9-33DE6CDD7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4006-F2C4-4E7B-8FC5-09D1D3B6246D}" type="datetimeFigureOut">
              <a:rPr lang="en-SG" smtClean="0"/>
              <a:t>3/7/2024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2C855-3BEA-42B1-9390-0C216D970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DCC11-B6A9-4FCD-96B5-555685673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C63D3-0EAD-4586-8E0E-263D2E7D6C4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75644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6D6A8-91F7-4C3C-A6B1-5E0C0BEA5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ACBC5-8B44-4350-B6FA-9712813D5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8B2C4-19E1-4CB8-B3C1-4D791759C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4006-F2C4-4E7B-8FC5-09D1D3B6246D}" type="datetimeFigureOut">
              <a:rPr lang="en-SG" smtClean="0"/>
              <a:t>3/7/2024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57A07-75FC-4589-BF2F-2192C8E37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CD974-5D86-43F8-B400-798B81625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C63D3-0EAD-4586-8E0E-263D2E7D6C4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78762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C263D-8911-4286-A187-7EB3F5955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EDB30-C0BE-44E1-9621-D82AD1F7D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46B6A-C7CE-49CD-89C0-1A8A1EE82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4006-F2C4-4E7B-8FC5-09D1D3B6246D}" type="datetimeFigureOut">
              <a:rPr lang="en-SG" smtClean="0"/>
              <a:t>3/7/2024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DE7AE-E6ED-4B5B-A039-FF2DFB700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9D5AC-1C33-4523-8E91-A4ACF16D4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C63D3-0EAD-4586-8E0E-263D2E7D6C4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82565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D9701-3F85-416E-B244-4C0C5B2E9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DFDC8-322F-46FA-9BC7-B2C843AB69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B08A5-3196-40E6-B40F-94EBF32C32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A470E-6DCE-4E2E-8FD9-34F310367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4006-F2C4-4E7B-8FC5-09D1D3B6246D}" type="datetimeFigureOut">
              <a:rPr lang="en-SG" smtClean="0"/>
              <a:t>3/7/2024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FA08A0-509E-493B-B7A4-4AC023C25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5AF07-C718-46F2-9433-297D47778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C63D3-0EAD-4586-8E0E-263D2E7D6C4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95328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68DBF-E64B-4858-AAC1-7DA8FD4CE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75B2D-747A-4332-9B4D-C8389C465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CBB232-A4C9-4356-8A14-B6560E3B80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6DED2-69FE-4A1C-9192-416A4BAC2A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D3140F-29F7-4FE5-AA24-933B1CF866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AA15D0-C664-4467-95B4-4836BE7B1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4006-F2C4-4E7B-8FC5-09D1D3B6246D}" type="datetimeFigureOut">
              <a:rPr lang="en-SG" smtClean="0"/>
              <a:t>3/7/2024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CBDF03-6B57-4465-86D4-ED6B3271A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BD194D-EF8B-42DF-A3E6-3EB4D91B8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C63D3-0EAD-4586-8E0E-263D2E7D6C4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2563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CCF4E-2FB3-41E3-8227-F92D8FB4B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23FCE6-3934-47F4-B87C-1DE281665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4006-F2C4-4E7B-8FC5-09D1D3B6246D}" type="datetimeFigureOut">
              <a:rPr lang="en-SG" smtClean="0"/>
              <a:t>3/7/2024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81FAD3-172D-48AE-9CA2-151ED6BEA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3ED6A1-E26B-4BA6-848D-2F4BCCFAF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C63D3-0EAD-4586-8E0E-263D2E7D6C4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93081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EAA72C-17D8-4B51-97DF-1AEEB4B22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4006-F2C4-4E7B-8FC5-09D1D3B6246D}" type="datetimeFigureOut">
              <a:rPr lang="en-SG" smtClean="0"/>
              <a:t>3/7/2024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E4A5EA-1646-4A78-9FED-1A394A542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9F3DE-0AE4-46FC-958F-6E1965284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C63D3-0EAD-4586-8E0E-263D2E7D6C4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55543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EE9C4-0071-4C60-A1A4-050E392DF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F20BD-8144-4820-BE29-698E9C423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E56A2C-E565-44F1-AC7E-AF5C55F6C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9F442-7454-4F82-93EC-E54EEB2E2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4006-F2C4-4E7B-8FC5-09D1D3B6246D}" type="datetimeFigureOut">
              <a:rPr lang="en-SG" smtClean="0"/>
              <a:t>3/7/2024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0E1B3-D75C-4F9E-AAE1-7859766C0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58AF9-04F2-43C5-9176-656BE5D42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C63D3-0EAD-4586-8E0E-263D2E7D6C4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83287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9913E-0F06-486E-BE5D-40DB0DCBC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0DEBA1-CDF9-4831-8E49-2B29FD46AD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A65621-3AFB-46CE-9C24-3442A0D49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85FC76-E769-4427-AA08-953C6825D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4006-F2C4-4E7B-8FC5-09D1D3B6246D}" type="datetimeFigureOut">
              <a:rPr lang="en-SG" smtClean="0"/>
              <a:t>3/7/2024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64ECB-2A8A-44F5-9132-839BCCC03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883D9-8061-4CD3-BBF6-F2B0FCF02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C63D3-0EAD-4586-8E0E-263D2E7D6C4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90013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648B9-9365-4B0C-B7FE-C6445F4AB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B3613-9292-475D-916F-4E12197D6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3D338-A7A9-4D9C-B2CD-EB831B829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4006-F2C4-4E7B-8FC5-09D1D3B6246D}" type="datetimeFigureOut">
              <a:rPr lang="en-SG" smtClean="0"/>
              <a:t>3/7/2024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84484-A214-441B-8DE4-50B326F8F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B2602-5BE5-4BC2-AF75-865CD811A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C63D3-0EAD-4586-8E0E-263D2E7D6C4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5428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AFFDB3-19EF-4D56-A686-3BE6BE6BD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EE791C-E6B0-451B-8E42-A831441EE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3037F-28D8-410D-A7A6-F57B9E89C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4006-F2C4-4E7B-8FC5-09D1D3B6246D}" type="datetimeFigureOut">
              <a:rPr lang="en-SG" smtClean="0"/>
              <a:t>3/7/2024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63D2A-B0A0-4EE1-85B1-AD4CD2E70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3DD28-EA01-460F-8970-96E45EF89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C63D3-0EAD-4586-8E0E-263D2E7D6C4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38287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1A7DDF-041B-44F6-A580-9292D9D48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97C3B-ADAE-483C-81AC-B11E172A9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FDCA0-80E8-4F34-8BEC-759938A5E1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6C4006-F2C4-4E7B-8FC5-09D1D3B6246D}" type="datetimeFigureOut">
              <a:rPr lang="en-SG" smtClean="0"/>
              <a:t>3/7/2024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5B5C5-B73F-4D2A-BE53-66884415C9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07FA7-0AFA-4D74-8AE4-61688205C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C63D3-0EAD-4586-8E0E-263D2E7D6C4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4110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C8BB9-0FDE-4F8C-8D7C-F4D196C924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OBS Singapore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BCEEAC-6E3A-4B62-B68F-A4EACA88D1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40645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190B-1EF2-4F2B-B5E4-15607C410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What is OBS?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126C4-BDF2-4DC2-94F2-CCF43D79C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Please refer to the link provided in Parents Gateway for the e-Registration. Do note that </a:t>
            </a:r>
            <a:r>
              <a:rPr lang="en-SG" dirty="0" err="1"/>
              <a:t>SingPass</a:t>
            </a:r>
            <a:r>
              <a:rPr lang="en-SG" dirty="0"/>
              <a:t> login is required. </a:t>
            </a:r>
          </a:p>
        </p:txBody>
      </p:sp>
    </p:spTree>
    <p:extLst>
      <p:ext uri="{BB962C8B-B14F-4D97-AF65-F5344CB8AC3E}">
        <p14:creationId xmlns:p14="http://schemas.microsoft.com/office/powerpoint/2010/main" val="211117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BA896-D03F-42B8-B7C4-29192A1AE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What is DEF?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C6BA0-1F21-4361-8A5D-28899FB94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MOE-OBS Challenge </a:t>
            </a:r>
            <a:r>
              <a:rPr lang="en-US" dirty="0" err="1"/>
              <a:t>Programme</a:t>
            </a:r>
            <a:r>
              <a:rPr lang="en-US" dirty="0"/>
              <a:t> is open to ALL Secondary 3 students in 2023.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29870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OBS Singapore</vt:lpstr>
      <vt:lpstr>What is OBS?</vt:lpstr>
      <vt:lpstr>What is DEF?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 User</dc:creator>
  <cp:lastModifiedBy>Admin User</cp:lastModifiedBy>
  <cp:revision>2</cp:revision>
  <dcterms:created xsi:type="dcterms:W3CDTF">2024-05-16T13:23:04Z</dcterms:created>
  <dcterms:modified xsi:type="dcterms:W3CDTF">2024-07-03T04:16:22Z</dcterms:modified>
</cp:coreProperties>
</file>