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1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535C-D8D5-4EE0-93F4-8D6610144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14752-3C15-4AA9-93BC-F9471988F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7B89F-6A99-4B39-95E9-E9C73C896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6FA2E-85A7-452C-AC4D-963858DE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9EE1B-BC70-417A-93A1-E7C5633E7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022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E022-DED7-4F9F-8E49-4C73C1832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5CD9A-382B-4E64-842A-17E91F0D0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00763-3444-41EF-9A9A-F71AF4D9B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7E966-DF72-4B07-A0F1-71E0D94E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A1B1E-72BB-4454-B1DD-93821F78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481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2EC02-33EE-4DD7-8B0C-EA620B27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5FF38-8679-4B46-88CC-2A183808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5BBFA-4C4D-493E-8E6D-0158EEDEE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7B3EE-4ACC-430A-99B4-66B560D35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329EE-B705-41BC-BB1B-5E9CC3B3A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038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228F-7837-4E96-8F30-CD0F6FE5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4A431-1CB1-485A-904C-14515A828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E01DB-B215-43D9-8C50-5D783FA94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635D4-A7E1-4538-89A0-CCA917B7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A3DCA-5DBF-4CE0-BF63-88D856793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71DFC-3F1B-464B-AFEF-023E6F30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308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BA12-3443-41C5-BF09-CE1536652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863B0-B331-4289-BB9C-9EF06AC4D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DB317-76C2-4FA7-A138-ED71C90DE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111EB-A316-4DB8-8ED8-16479EC11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F9457E-9675-4660-98F2-3CD9657D5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EA462-45C6-438E-BF23-076D7292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90C22-3B7F-4F17-BE1C-7DDC46DF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BCD69-C574-415B-BDC7-75E8631A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399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E8E7-41BD-4C33-A53F-DAED0F52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6245F-61CB-4E6D-8F28-45601285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32D4A-501A-4C54-BE17-47113920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A3CBA-5CD0-41F9-98BA-11D944286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9707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E90A0-106C-4F55-87C2-EF4353B8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52519-33A9-4461-8062-FF109C3C8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B1AA2-DA7F-474C-91F3-5B77199B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955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7F88-9BF1-49FB-92CE-B2C884D7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2DD96-0685-4B46-B15C-4C2518100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4617F-12A5-4902-A712-04ABB8216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10A74-76A1-4422-8F81-1562DEA1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D80A7-77C3-420E-A0AD-2D03C1B4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10DA4-43CB-48BF-97C5-F4D94AD10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1368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341BD-212E-4BBA-8708-F6F6301ED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6D0531-32B9-41F0-9076-A7AC699F94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C8BF5-C349-404C-9718-A727A9035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63B17-ED5C-403B-9727-15B21602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FE088-59C7-4A16-AAF1-E46E5243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3E7DC-16E2-4701-8A0A-93A71670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5467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35F0-BCCF-4C34-824E-B4EEC9778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A59F2-CD04-484C-89EA-DAB0A03E5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F8F44-D824-4353-889D-788EC8EB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1B9DA-7064-43EC-AFDC-87B1986B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DC6A-1AEF-4374-93B3-72740FC4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9955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F9F839-C949-468F-8451-358CD10A1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906BA-0502-4C5E-BF07-931687FF8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FF69F-1B59-45CA-A204-F86E7F712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7E5AB-39A9-4830-8408-DDB3C8C1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E9BC7-9BF2-4498-957D-3F6EF971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63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5E223-69EC-4D41-9222-E4925FDE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EAB8B-1C20-476B-AD71-2831D573B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80FA7-80F0-4803-9715-03EB6BF8E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0B0BF-BAA7-4D99-ADA5-B4CE1F09764E}" type="datetimeFigureOut">
              <a:rPr lang="en-SG" smtClean="0"/>
              <a:t>11/9/2023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3636A-614F-4B6E-A57D-A65DF2C22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5A6F8-BD2A-4508-9FF2-9894059EC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773D6-EA33-4C55-BB93-DAF2217B94F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3348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5430-CF1A-4280-844A-A9FC4001B9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E369D-1D67-4A5B-B5FA-413A9F6D5E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30240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5E1C-04FF-4857-BD5A-12C53E8C5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4124" y="683921"/>
            <a:ext cx="10515600" cy="1325563"/>
          </a:xfrm>
        </p:spPr>
        <p:txBody>
          <a:bodyPr/>
          <a:lstStyle/>
          <a:p>
            <a:r>
              <a:rPr lang="en-SG" dirty="0"/>
              <a:t>Data Flow for Classification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64433E-B2A6-430A-9CEB-B67322A35294}"/>
              </a:ext>
            </a:extLst>
          </p:cNvPr>
          <p:cNvSpPr/>
          <p:nvPr/>
        </p:nvSpPr>
        <p:spPr>
          <a:xfrm>
            <a:off x="1018880" y="646339"/>
            <a:ext cx="2290713" cy="59388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Past Customer Feedbacks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E4820C-D80D-46A6-A86C-AF6B2BD16D90}"/>
              </a:ext>
            </a:extLst>
          </p:cNvPr>
          <p:cNvSpPr/>
          <p:nvPr/>
        </p:nvSpPr>
        <p:spPr>
          <a:xfrm>
            <a:off x="3801359" y="646339"/>
            <a:ext cx="2290713" cy="59388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LLM Embedding (SBERT)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544D8E-93A1-4AB7-9C01-D682B13AF1A0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309593" y="943284"/>
            <a:ext cx="4917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41B4D94-285E-4A8C-94A0-2AA29CA85F3D}"/>
              </a:ext>
            </a:extLst>
          </p:cNvPr>
          <p:cNvSpPr/>
          <p:nvPr/>
        </p:nvSpPr>
        <p:spPr>
          <a:xfrm>
            <a:off x="1018880" y="2702953"/>
            <a:ext cx="2290713" cy="59388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New Customer Feedback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849E76-206A-4A74-B0A6-79A1AF9FAB6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092072" y="943284"/>
            <a:ext cx="520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EAF89CC-B471-4ACA-880F-1EC627EAD211}"/>
              </a:ext>
            </a:extLst>
          </p:cNvPr>
          <p:cNvSpPr/>
          <p:nvPr/>
        </p:nvSpPr>
        <p:spPr>
          <a:xfrm>
            <a:off x="6629400" y="646339"/>
            <a:ext cx="2290713" cy="59388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 err="1"/>
              <a:t>HDBScan</a:t>
            </a:r>
            <a:endParaRPr lang="en-SG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EB449A-DEEA-4224-9170-45A16BF76993}"/>
              </a:ext>
            </a:extLst>
          </p:cNvPr>
          <p:cNvCxnSpPr>
            <a:cxnSpLocks/>
          </p:cNvCxnSpPr>
          <p:nvPr/>
        </p:nvCxnSpPr>
        <p:spPr>
          <a:xfrm>
            <a:off x="8920113" y="980992"/>
            <a:ext cx="537328" cy="14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20073B7-0809-4814-AC5B-E513561EF355}"/>
              </a:ext>
            </a:extLst>
          </p:cNvPr>
          <p:cNvSpPr/>
          <p:nvPr/>
        </p:nvSpPr>
        <p:spPr>
          <a:xfrm>
            <a:off x="9457441" y="660480"/>
            <a:ext cx="2290713" cy="59388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Representative Feedback per Cluster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4D07C5-907D-4DA8-8EB8-057768E33CC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309593" y="2999897"/>
            <a:ext cx="3864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A431E1D-66E7-4399-B909-4D42204060DA}"/>
              </a:ext>
            </a:extLst>
          </p:cNvPr>
          <p:cNvSpPr/>
          <p:nvPr/>
        </p:nvSpPr>
        <p:spPr>
          <a:xfrm>
            <a:off x="3696092" y="2702953"/>
            <a:ext cx="2290713" cy="59388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PII Check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D6B62F-7C68-4F7F-8692-8DB9320EA409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5986805" y="2999898"/>
            <a:ext cx="5373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D0D40E6-AA2C-4576-B5AF-D16D802BB604}"/>
              </a:ext>
            </a:extLst>
          </p:cNvPr>
          <p:cNvSpPr/>
          <p:nvPr/>
        </p:nvSpPr>
        <p:spPr>
          <a:xfrm>
            <a:off x="6524133" y="2695097"/>
            <a:ext cx="2290713" cy="59388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Prompting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2B7C49-FF03-4C17-A023-D552C5724541}"/>
              </a:ext>
            </a:extLst>
          </p:cNvPr>
          <p:cNvSpPr/>
          <p:nvPr/>
        </p:nvSpPr>
        <p:spPr>
          <a:xfrm>
            <a:off x="9401076" y="216578"/>
            <a:ext cx="1459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SG" dirty="0"/>
              <a:t>Data Scientist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532A63-0DFB-4930-9561-A928067FE112}"/>
              </a:ext>
            </a:extLst>
          </p:cNvPr>
          <p:cNvSpPr/>
          <p:nvPr/>
        </p:nvSpPr>
        <p:spPr>
          <a:xfrm>
            <a:off x="1018880" y="2291200"/>
            <a:ext cx="6174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SG" dirty="0"/>
              <a:t>User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FA46062-D3EE-491C-A703-C6C2102D9ABF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 flipH="1">
            <a:off x="7669490" y="1254369"/>
            <a:ext cx="2933308" cy="1440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E259B9-760B-4C6D-A7CF-87FF9994D726}"/>
              </a:ext>
            </a:extLst>
          </p:cNvPr>
          <p:cNvCxnSpPr>
            <a:cxnSpLocks/>
            <a:stCxn id="26" idx="2"/>
            <a:endCxn id="30" idx="0"/>
          </p:cNvCxnSpPr>
          <p:nvPr/>
        </p:nvCxnSpPr>
        <p:spPr>
          <a:xfrm flipH="1">
            <a:off x="2202098" y="3288986"/>
            <a:ext cx="5467392" cy="174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58C8214-851E-4554-BC75-AA42172AE686}"/>
              </a:ext>
            </a:extLst>
          </p:cNvPr>
          <p:cNvSpPr/>
          <p:nvPr/>
        </p:nvSpPr>
        <p:spPr>
          <a:xfrm>
            <a:off x="3633401" y="5018791"/>
            <a:ext cx="2290713" cy="11523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b="1" u="sng" dirty="0"/>
              <a:t>Classification with Few Shot Prompting</a:t>
            </a:r>
          </a:p>
          <a:p>
            <a:pPr algn="ctr"/>
            <a:r>
              <a:rPr lang="en-SG" dirty="0"/>
              <a:t>GPT-4-32k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F397063-5CF3-4B01-A3C3-FA275F31EB2B}"/>
              </a:ext>
            </a:extLst>
          </p:cNvPr>
          <p:cNvCxnSpPr/>
          <p:nvPr/>
        </p:nvCxnSpPr>
        <p:spPr>
          <a:xfrm>
            <a:off x="512190" y="1579593"/>
            <a:ext cx="1167981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4DDCD374-A9DA-4EA6-8D77-9BCFC21572D5}"/>
              </a:ext>
            </a:extLst>
          </p:cNvPr>
          <p:cNvSpPr/>
          <p:nvPr/>
        </p:nvSpPr>
        <p:spPr>
          <a:xfrm>
            <a:off x="654189" y="86001"/>
            <a:ext cx="1695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SG" b="1" dirty="0"/>
              <a:t>Topic Modelling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D08E1CE-807B-4264-979D-20D2A43F6FAD}"/>
              </a:ext>
            </a:extLst>
          </p:cNvPr>
          <p:cNvSpPr/>
          <p:nvPr/>
        </p:nvSpPr>
        <p:spPr>
          <a:xfrm>
            <a:off x="654189" y="1846570"/>
            <a:ext cx="2078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SG" b="1" dirty="0"/>
              <a:t>Prompt Engineering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49AD06-EBAB-4235-866F-2F839BA29E3F}"/>
              </a:ext>
            </a:extLst>
          </p:cNvPr>
          <p:cNvSpPr/>
          <p:nvPr/>
        </p:nvSpPr>
        <p:spPr>
          <a:xfrm>
            <a:off x="1056741" y="5032845"/>
            <a:ext cx="2290713" cy="11383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b="1" u="sng" dirty="0"/>
              <a:t>Root Cause</a:t>
            </a:r>
          </a:p>
          <a:p>
            <a:pPr algn="ctr"/>
            <a:r>
              <a:rPr lang="en-SG" dirty="0"/>
              <a:t>GPT-4-32k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2B7612-93C1-425B-BACE-4F0B31FF0BCE}"/>
              </a:ext>
            </a:extLst>
          </p:cNvPr>
          <p:cNvSpPr/>
          <p:nvPr/>
        </p:nvSpPr>
        <p:spPr>
          <a:xfrm>
            <a:off x="6219789" y="5018032"/>
            <a:ext cx="2280985" cy="11523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b="1" u="sng" dirty="0"/>
              <a:t>Recommended Email Generated with one-shot prompt</a:t>
            </a:r>
          </a:p>
          <a:p>
            <a:pPr algn="ctr"/>
            <a:r>
              <a:rPr lang="en-SG" dirty="0"/>
              <a:t>GPT-4-32k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CC9986-1C5B-49D6-A964-6CC908BD1C86}"/>
              </a:ext>
            </a:extLst>
          </p:cNvPr>
          <p:cNvCxnSpPr>
            <a:cxnSpLocks/>
            <a:stCxn id="30" idx="3"/>
            <a:endCxn id="37" idx="1"/>
          </p:cNvCxnSpPr>
          <p:nvPr/>
        </p:nvCxnSpPr>
        <p:spPr>
          <a:xfrm flipV="1">
            <a:off x="3347454" y="5594977"/>
            <a:ext cx="285947" cy="7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5B7F1B-C804-495D-90D4-91D178965857}"/>
              </a:ext>
            </a:extLst>
          </p:cNvPr>
          <p:cNvCxnSpPr>
            <a:cxnSpLocks/>
            <a:stCxn id="37" idx="3"/>
            <a:endCxn id="35" idx="1"/>
          </p:cNvCxnSpPr>
          <p:nvPr/>
        </p:nvCxnSpPr>
        <p:spPr>
          <a:xfrm flipV="1">
            <a:off x="5924114" y="5594218"/>
            <a:ext cx="295675" cy="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8F20216-5290-4618-9C2A-0D7C542F0EBA}"/>
              </a:ext>
            </a:extLst>
          </p:cNvPr>
          <p:cNvSpPr/>
          <p:nvPr/>
        </p:nvSpPr>
        <p:spPr>
          <a:xfrm>
            <a:off x="9391348" y="2668906"/>
            <a:ext cx="2290713" cy="59388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Email Templates Provided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3A9DDCD-E014-4783-B38F-D75724384A11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4778758" y="3288986"/>
            <a:ext cx="2890732" cy="1743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4F4187E-9744-41E5-94A3-62E848029B57}"/>
              </a:ext>
            </a:extLst>
          </p:cNvPr>
          <p:cNvCxnSpPr>
            <a:cxnSpLocks/>
            <a:stCxn id="26" idx="2"/>
            <a:endCxn id="35" idx="0"/>
          </p:cNvCxnSpPr>
          <p:nvPr/>
        </p:nvCxnSpPr>
        <p:spPr>
          <a:xfrm flipH="1">
            <a:off x="7360282" y="3288986"/>
            <a:ext cx="309208" cy="1729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338D08F-3EAC-4CA6-B7E6-CF4BBE36BA11}"/>
              </a:ext>
            </a:extLst>
          </p:cNvPr>
          <p:cNvCxnSpPr>
            <a:cxnSpLocks/>
            <a:stCxn id="43" idx="2"/>
            <a:endCxn id="63" idx="0"/>
          </p:cNvCxnSpPr>
          <p:nvPr/>
        </p:nvCxnSpPr>
        <p:spPr>
          <a:xfrm>
            <a:off x="10536705" y="3262795"/>
            <a:ext cx="4864" cy="1755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D3B6A69C-C1ED-4FCA-A8BD-4B2B80323706}"/>
              </a:ext>
            </a:extLst>
          </p:cNvPr>
          <p:cNvSpPr/>
          <p:nvPr/>
        </p:nvSpPr>
        <p:spPr>
          <a:xfrm>
            <a:off x="9401076" y="5018032"/>
            <a:ext cx="2280985" cy="11523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b="1" u="sng" dirty="0"/>
              <a:t>Zero-Shot Classification</a:t>
            </a:r>
          </a:p>
          <a:p>
            <a:pPr algn="ctr"/>
            <a:r>
              <a:rPr lang="en-SG" dirty="0"/>
              <a:t>GPT-4-32k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C7AEFA5-014D-43AD-BDED-952BB1ABD84A}"/>
              </a:ext>
            </a:extLst>
          </p:cNvPr>
          <p:cNvCxnSpPr>
            <a:cxnSpLocks/>
            <a:stCxn id="63" idx="1"/>
            <a:endCxn id="35" idx="3"/>
          </p:cNvCxnSpPr>
          <p:nvPr/>
        </p:nvCxnSpPr>
        <p:spPr>
          <a:xfrm flipH="1">
            <a:off x="8500774" y="5594218"/>
            <a:ext cx="9003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8506D2AA-DE7A-4364-8BBE-490802BE814E}"/>
              </a:ext>
            </a:extLst>
          </p:cNvPr>
          <p:cNvSpPr/>
          <p:nvPr/>
        </p:nvSpPr>
        <p:spPr>
          <a:xfrm>
            <a:off x="9293876" y="2325765"/>
            <a:ext cx="6174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SG" dirty="0"/>
              <a:t>User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9BF9557-89AF-48AD-82BF-CB4B399C88E5}"/>
              </a:ext>
            </a:extLst>
          </p:cNvPr>
          <p:cNvCxnSpPr>
            <a:cxnSpLocks/>
            <a:stCxn id="43" idx="2"/>
            <a:endCxn id="30" idx="0"/>
          </p:cNvCxnSpPr>
          <p:nvPr/>
        </p:nvCxnSpPr>
        <p:spPr>
          <a:xfrm flipH="1">
            <a:off x="2202098" y="3262795"/>
            <a:ext cx="8334607" cy="177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722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6E362-F491-4B2B-BF85-219C8A6CC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7B772-EE33-4B94-AC37-C09F8E1EB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1" y="819686"/>
            <a:ext cx="11699238" cy="521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1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54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Data Flow for Classification Task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 User</dc:creator>
  <cp:lastModifiedBy>Admin User</cp:lastModifiedBy>
  <cp:revision>13</cp:revision>
  <dcterms:created xsi:type="dcterms:W3CDTF">2023-07-11T09:41:18Z</dcterms:created>
  <dcterms:modified xsi:type="dcterms:W3CDTF">2023-09-11T01:37:02Z</dcterms:modified>
</cp:coreProperties>
</file>